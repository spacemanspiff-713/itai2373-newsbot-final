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as a transparent independent extension of the completed midterm.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NewsBot as a research and triage assistant, not a fact-checker.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the final evolves the midterm instead of replacing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flow from source records to integrated analysis and evidence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claims remain local and historical.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selection by macro F1 and the value of probability-aware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the coherence score a lexical-overlap proxy, not a human topic-quality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graph as a starting point for reading, not a relationship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active backend rather than hiding a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small authored evaluation and topical—not factual—relevance.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Spanish/French example and explain the intentionally limited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 query and follow-up using historical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demo short. Cite the runtime backend and warnings if an optional model is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exact commands in the README and technical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example formula as an assumption, never as claimed customer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establishes credibility. State the limits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individual contribution and future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 about reproducibility, model selection, safeguards,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005840"/>
            <a:ext cx="4572000" cy="4572000"/>
          </a:xfrm>
          <a:prstGeom prst="ellipse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B6C9"/>
                </a:solidFill>
                <a:latin typeface="Aptos"/>
              </a:rPr>
              <a:t>ITAI 2373  · 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7772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NewsBot Intelligence
System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749039"/>
            <a:ext cx="7132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1E8F4"/>
                </a:solidFill>
                <a:latin typeface="Aptos"/>
              </a:rPr>
              <a:t>A transparent NLP research platform built as an extension of the completed NewsBot midterm.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5989320"/>
            <a:ext cx="7132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1E8F4"/>
                </a:solidFill>
                <a:latin typeface="Aptos"/>
              </a:rPr>
              <a:t>Independently completed by Jason Trimble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The research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Historical coverage is expensive to triage manually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Automation can speed first-pass research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Confidence must never be mistaken for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Midterm → final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Preserved: deterministic data, preprocessing, TF-IDF, VADER, NER, visuals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Added: topics, graph, summaries, retrieval, multilingual demos, conversation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Refactored into tested reusable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Validated local corpus and separate authored demonstrations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Specialized NLP modules feed one integrated system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Notebooks, metrics, figures, API, and UI share the same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Dataset and responsible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1,800 balanced historical HuffPost records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Six coverage categories; headline/description records, not full articles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Spanish/French examples are separate paired demonstrations</a:t>
            </a:r>
          </a:p>
        </p:txBody>
      </p:sp>
      <p:pic>
        <p:nvPicPr>
          <p:cNvPr id="5" name="Picture 4" descr="classification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508760"/>
            <a:ext cx="3886200" cy="30768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Advanced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Selected baseline: Multinomial Naive Bayes (midterm baseline)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Held-out accuracy: 0.714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Macro F1: 0.712; calibration is reported</a:t>
            </a:r>
          </a:p>
        </p:txBody>
      </p:sp>
      <p:pic>
        <p:nvPicPr>
          <p:cNvPr id="5" name="Picture 4" descr="topic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508760"/>
            <a:ext cx="3886200" cy="2095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Topic discovery and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LDA and NMF trained with fixed seed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NMF selected for lexical distinctiveness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Annual trends are historical local-corpus descriptions</a:t>
            </a:r>
          </a:p>
        </p:txBody>
      </p:sp>
      <p:pic>
        <p:nvPicPr>
          <p:cNvPr id="5" name="Picture 4" descr="entity_relationship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508760"/>
            <a:ext cx="3886200" cy="29021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Sentiment and entity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VADER sentiment trends and anomaly signals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spaCy entities plus transparent co-occurrence/dependency heuristics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Graph links never prove a real-world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Language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Lazy DistilBART integration with CUDA detection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Reliable extractive fallback in default CPU-safe run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Summary quality records compression, readability, retention, and ROUGE-L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Semantic retrieval and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Category-based Precision@1: 67%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Hit@5: 100% across 6 authored queries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Related local coverage is not factual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Multilingual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Language detection, translation provenance, and cross-language matching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6 paired examples; detection accuracy 100%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Descriptive framing signal, not cultural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Conversational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Supervised intent model plus transparent high-precision rules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Filters: category, sentiment, entity, timeframe, comparison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9 authored cases; intent/slot accuracy 100%/100%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Integrated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Analyze a newly written article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Show a corpus query and follow-up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Open visual evidence and name limitations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508760"/>
            <a:ext cx="3886200" cy="19130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Evaluation and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Tests, executed notebooks, stored metrics, figures, tables, and GraphML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Every percentage has a stated evaluation-set size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Run the same scripts to regenerate 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Business value and ROI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Faster first-pass routing and historical research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Value = time saved × loaded cost − operating cost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No audited savings claim; human review stays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Limitations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Historical/source bias and English-dominant corpus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Sentiment/NER/topic/translation errors are expected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Confidence ≠ truth; similarity ≠ fact-checking; privacy needs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Contribution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Jason Trimble: architecture, modules, tests, evidence, and delivery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Independently completed capstone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Future work: human evaluation, broader multilingual data, monitored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52238"/>
                </a:solidFill>
                <a:latin typeface="Aptos"/>
              </a:rPr>
              <a:t>Questions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How can the evaluation set become more representative?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Which limitations matter most for a newsroom use case?</a:t>
            </a:r>
          </a:p>
          <a:p>
            <a:pPr>
              <a:spcAft>
                <a:spcPts val="1100"/>
              </a:spcAft>
              <a:defRPr sz="1900">
                <a:solidFill>
                  <a:srgbClr val="101828"/>
                </a:solidFill>
                <a:latin typeface="Aptos"/>
              </a:defRPr>
            </a:pPr>
            <a:r>
              <a:t>What would a responsible production deployment require?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NEWSBOT 2.0  ·  ITAI 2373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NewsBot Intelligence System 2.0</dc:title>
  <dc:subject/>
  <dc:creator>Jason Trimble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